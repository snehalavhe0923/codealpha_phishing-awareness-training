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0142C-E119-499E-8DD5-FC8A0CB259F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3ED57-58F0-4DE5-BCDE-8EC0FFCC0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650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3ED57-58F0-4DE5-BCDE-8EC0FFCC071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11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3ED57-58F0-4DE5-BCDE-8EC0FFCC071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214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aytm-secure-login.net/" TargetMode="External"/><Relationship Id="rId2" Type="http://schemas.openxmlformats.org/officeDocument/2006/relationships/hyperlink" Target="https://www.paytm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" TargetMode="External"/><Relationship Id="rId2" Type="http://schemas.openxmlformats.org/officeDocument/2006/relationships/hyperlink" Target="https://www.cybercrime.gov.i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isa.gov/phish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0FF6-085A-8BAE-B888-731436AC9E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Phishing awareness training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C395F-187D-613C-EAF5-A470E7454B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</a:rPr>
              <a:t>Understanding, identifying , and preventing phishing attacks</a:t>
            </a:r>
          </a:p>
          <a:p>
            <a:endParaRPr lang="en-US" i="1" dirty="0">
              <a:solidFill>
                <a:schemeClr val="bg1"/>
              </a:solidFill>
            </a:endParaRPr>
          </a:p>
          <a:p>
            <a:r>
              <a:rPr lang="en-US" i="1" dirty="0">
                <a:solidFill>
                  <a:schemeClr val="bg1"/>
                </a:solidFill>
              </a:rPr>
              <a:t>Prepared by : sneha </a:t>
            </a:r>
            <a:r>
              <a:rPr lang="en-US" i="1" dirty="0" err="1">
                <a:solidFill>
                  <a:schemeClr val="bg1"/>
                </a:solidFill>
              </a:rPr>
              <a:t>ramdas</a:t>
            </a:r>
            <a:r>
              <a:rPr lang="en-US" i="1" dirty="0">
                <a:solidFill>
                  <a:schemeClr val="bg1"/>
                </a:solidFill>
              </a:rPr>
              <a:t> lavhe</a:t>
            </a:r>
            <a:endParaRPr lang="en-IN" i="1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8F606A-3E9F-6285-1CA5-82DA006C60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07799" y="4156075"/>
            <a:ext cx="3415553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35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1023-4C4C-8DA9-C1DA-5D8EE28DC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76990"/>
            <a:ext cx="9905998" cy="1259305"/>
          </a:xfrm>
        </p:spPr>
        <p:txBody>
          <a:bodyPr>
            <a:normAutofit/>
          </a:bodyPr>
          <a:lstStyle/>
          <a:p>
            <a:r>
              <a:rPr lang="en-US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Phishing</a:t>
            </a:r>
            <a:endParaRPr lang="en-IN" sz="400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1EEF8-7200-7067-8539-A13D15D9B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612" y="1780674"/>
            <a:ext cx="11197388" cy="507732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Phishing?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is a type of Cyber Attack where attackers trick users into revealing sensitive information.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impersonate trusted organizations or individuals.</a:t>
            </a:r>
          </a:p>
          <a:p>
            <a:pPr>
              <a:buFontTx/>
              <a:buChar char="-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targets: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credemtials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Bank Details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Credit/Debit card information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OTPs and Personal Data</a:t>
            </a:r>
          </a:p>
          <a:p>
            <a:pPr>
              <a:buFontTx/>
              <a:buChar char="-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Phishing Dangerous</a:t>
            </a:r>
          </a:p>
          <a:p>
            <a:pPr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to identity Theft     - Financial Loss    - Unauthorizes System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C76BE-357A-6080-96C9-8C8E7A64C6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319744">
            <a:off x="9022977" y="3781836"/>
            <a:ext cx="2389563" cy="2389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6F4983-C8A9-0781-D1B1-8DD5A83C46B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04095" y="-193781"/>
            <a:ext cx="3493293" cy="240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8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C92E-9FED-8763-0BEE-8438C486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Phishing Awareness</a:t>
            </a:r>
            <a:endParaRPr lang="en-IN" sz="400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DCCEF-7C94-0B5D-BA1E-27DD9FF09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612" y="1925053"/>
            <a:ext cx="10052800" cy="386614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Objectives :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what phishing attacks are  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how to recognize phishing emails and websites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social engineering  tactics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best practices to avoid phishing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user security awareness</a:t>
            </a:r>
          </a:p>
          <a:p>
            <a:pPr>
              <a:buFontTx/>
              <a:buChar char="-"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9507C6-61D7-83C3-FE55-AE8C5A9C6E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71152" y="3147619"/>
            <a:ext cx="3920848" cy="309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55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83A4-2B67-FA5F-EB98-62A1102E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Types Of Phishing Attacks</a:t>
            </a:r>
            <a:endParaRPr lang="en-IN" sz="400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FB02D-C8FC-ED7E-5F55-4B04C495E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612" y="2249486"/>
            <a:ext cx="10052800" cy="398999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types of Phishing: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Phishing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Fake Emails from banks, Companies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Spear Phishing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Targeted attacks on specific individuals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Smishing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Phishing through SMS message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Phishing through phone calls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Phishing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Fake websites mimicking real ones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A10D82-D9AF-1292-C7EF-B2C97A686D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462812">
            <a:off x="8067672" y="3878261"/>
            <a:ext cx="2624651" cy="26246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AC6EA2-B8BB-6DDE-2A39-B54BB2108FB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615926" y="618518"/>
            <a:ext cx="2305140" cy="255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6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ED4D-485B-8805-ADC4-2CBD803A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How Phishing Emails Look</a:t>
            </a:r>
            <a:endParaRPr lang="en-IN" sz="440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0D7A570-B211-B901-72FA-412D8326B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4663" y="1044050"/>
            <a:ext cx="5714286" cy="4295238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B44F04-A7DE-A118-E313-00AF1483B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characteristics of Phishing Emails: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 message like “Account will be blocked”.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sender email address.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Grammer and spelling mistakes.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attachements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asking for immediate action.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“Click here to verify your account immediately !!”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4606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91373-74DC-951C-2772-46D19BAB8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How To Identify Fake Websites</a:t>
            </a:r>
            <a:endParaRPr lang="en-IN" sz="440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0FF59-4CAD-0FF5-B72D-EA72314D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92968"/>
            <a:ext cx="9905999" cy="434651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Signs of Fake websites: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looks similar but incorrect.   -No HTTPS or invalid security certificate.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website design layout            -  Fake login forms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Too-good-to-be-true offers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URLs: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https://www.paytm.com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https://paytm-secure-login.net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54092E-1F08-5663-EFEF-337033624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024" y="3792071"/>
            <a:ext cx="4832667" cy="287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695E1-E5FE-BDDB-1B27-A0F24A447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Techniques</a:t>
            </a:r>
            <a:endParaRPr lang="en-IN" sz="400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74536-471F-1F53-7A3B-EF82FE1CB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Tactics Used by Attackers: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 : “ Immediate action required!”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 : “Your account has been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compromizes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!”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Trust: Pretending to be banks, HR, or admins.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Reward: Lottery or Prize offers.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Authority: Fake emails from seniors or officials.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28636-BB9C-EEE4-1E40-18F3D244EB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966795">
            <a:off x="8417500" y="-186413"/>
            <a:ext cx="3898432" cy="3541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3CEBA7-58A8-5783-1A88-3F81DC83B75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41088">
            <a:off x="9037549" y="3264637"/>
            <a:ext cx="3088640" cy="308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83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F6011-F513-0DCD-E583-92468736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Real-world Phishing Example</a:t>
            </a:r>
            <a:endParaRPr lang="en-IN" sz="400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0B467-F6B5-C1DF-124F-0375C07C5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receives an email claiming to be from bank. 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asks to update KYC details via a link.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Phishing:</a:t>
            </a:r>
          </a:p>
          <a:p>
            <a:pPr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never asks for passwords via email.</a:t>
            </a:r>
          </a:p>
          <a:p>
            <a:pPr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link             - Creates urgency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Action:</a:t>
            </a:r>
          </a:p>
          <a:p>
            <a:pPr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click the link       - Verify via Official link</a:t>
            </a:r>
          </a:p>
          <a:p>
            <a:pPr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the email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1E793F-65B3-3ECD-63DD-F04BE88D5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BBCEA7-A28B-D1BC-AC16-C3E67866E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91" y="2374233"/>
            <a:ext cx="3856037" cy="341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08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B76D-E644-480D-AA6B-AF7414CC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To Avoid Phishing</a:t>
            </a:r>
            <a:endParaRPr lang="en-IN" sz="400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AFF61-CB92-FB63-EF93-E0534C7D7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Best Practices: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Click unknown Links.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- Verify sender email address.</a:t>
            </a:r>
          </a:p>
          <a:p>
            <a:pPr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share passwords or OTPs.          - Use strong &amp; Unique Passwords.</a:t>
            </a:r>
          </a:p>
          <a:p>
            <a:pPr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-factor authentication(2FA)   - Keep software updated.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01B58B-F0D1-276A-8D00-08CF0222B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616" y="0"/>
            <a:ext cx="3474384" cy="244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03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D73D-2659-401E-94F0-E51E2DFE7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DO’s &amp;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Don’t’s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D50D7-815E-6F2A-349C-70CB84DC84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DO’s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URLs carefully.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suspicious emails.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antivirus firewall.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6D7A6-1839-CBE6-8F0F-F5EC184E9E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DON’Ts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share credentials.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trust urgent threats.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download unknown documents.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361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A196A-4763-93D0-BF01-B9650ADAC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Quiz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0C62B-6AA2-27BB-FBFA-D38376592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Phishing?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scanning                                           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 encryption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Fraudlent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attempt to steal information            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 rule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 Which is I Phishing sign?</a:t>
            </a:r>
          </a:p>
          <a:p>
            <a:pPr marL="457200" indent="-457200">
              <a:buFont typeface="+mj-lt"/>
              <a:buAutoNum type="alphaL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website                                        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 enabled</a:t>
            </a:r>
          </a:p>
          <a:p>
            <a:pPr marL="457200" indent="-457200">
              <a:buFont typeface="+mj-lt"/>
              <a:buAutoNum type="alphaL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 threatening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mesaage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sender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6542BD-40CC-CC5C-705F-915313346D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1576" y="-843336"/>
            <a:ext cx="2940424" cy="294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42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4AF3C-A1FA-B383-6AC6-D18D3F808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510E5-83C3-11A5-B91C-823F6A8ED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attacks are increasing rapidly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is the first line of defense.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must stay alert and informed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training reduces cyber risks significantly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Final Message 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i="1" dirty="0"/>
              <a:t>Think Before You Click!!</a:t>
            </a:r>
            <a:endParaRPr lang="en-IN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481FC-7210-086F-0D09-B40B3DEBB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612" y="0"/>
            <a:ext cx="4473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49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615D-32F5-99B9-A167-A88603B89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68318-9F37-DE52-B780-12492D33C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https://www.cybercrime.gov.in</a:t>
            </a:r>
            <a:endParaRPr lang="en-US" dirty="0"/>
          </a:p>
          <a:p>
            <a:r>
              <a:rPr lang="en-US" dirty="0">
                <a:hlinkClick r:id="rId3"/>
              </a:rPr>
              <a:t>https://owasp.org</a:t>
            </a:r>
            <a:endParaRPr lang="en-US" dirty="0"/>
          </a:p>
          <a:p>
            <a:r>
              <a:rPr lang="en-US" dirty="0">
                <a:hlinkClick r:id="rId4"/>
              </a:rPr>
              <a:t>https://www.cisa.gov/phishing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2374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1417</TotalTime>
  <Words>563</Words>
  <Application>Microsoft Office PowerPoint</Application>
  <PresentationFormat>Widescreen</PresentationFormat>
  <Paragraphs>100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Tw Cen MT</vt:lpstr>
      <vt:lpstr>Wingdings</vt:lpstr>
      <vt:lpstr>Circuit</vt:lpstr>
      <vt:lpstr>Phishing awareness training</vt:lpstr>
      <vt:lpstr>Introduction To Phishing</vt:lpstr>
      <vt:lpstr>Objectives Of Phishing Awareness</vt:lpstr>
      <vt:lpstr>  Types Of Phishing Attacks</vt:lpstr>
      <vt:lpstr>How Phishing Emails Look</vt:lpstr>
      <vt:lpstr>How To Identify Fake Websites</vt:lpstr>
      <vt:lpstr>Social Engineering Techniques</vt:lpstr>
      <vt:lpstr>Real-world Phishing Example</vt:lpstr>
      <vt:lpstr>Best Practices To Avoid Phishing</vt:lpstr>
      <vt:lpstr>DO’s &amp; Don’t’s</vt:lpstr>
      <vt:lpstr>Interactive Quiz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lavhe</dc:creator>
  <cp:lastModifiedBy>sneha lavhe</cp:lastModifiedBy>
  <cp:revision>1</cp:revision>
  <dcterms:created xsi:type="dcterms:W3CDTF">2025-12-30T17:31:34Z</dcterms:created>
  <dcterms:modified xsi:type="dcterms:W3CDTF">2025-12-31T17:08:53Z</dcterms:modified>
</cp:coreProperties>
</file>